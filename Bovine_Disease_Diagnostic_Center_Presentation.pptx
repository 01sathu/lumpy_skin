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Bovine Disease Diagnostic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Detection of Lumpy Skin Disease (LSD) &amp; Foot and Mouth Disease (FMD)</a:t>
            </a:r>
          </a:p>
          <a:p>
            <a:r>
              <a:t>Presenter: Lead Researcher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Cattle diseases like Lumpy Skin Disease (LSD) and Foot and Mouth Disease (FMD) spread rapidly.</a:t>
            </a:r>
          </a:p>
          <a:p>
            <a:r>
              <a:t>Late diagnosis leads to severe economic losses for farmers and the dairy industry.</a:t>
            </a:r>
          </a:p>
          <a:p>
            <a:r>
              <a:t>Access to immediate veterinary expertise is often limited in rural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An AI-Powered Diagnostic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Instant Analysis: A web-based tool that diagnoses diseases from a simple photo.</a:t>
            </a:r>
          </a:p>
          <a:p>
            <a:r>
              <a:t>Highly Accurate: Powered by state-of-the-art Deep Learning (AI).</a:t>
            </a:r>
          </a:p>
          <a:p>
            <a:r>
              <a:t>Accessible Anywhere: Can be used on any smartphone or computer with internet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Gathering Data: Collected over 1,000+ real-world images of LSD, FMD, and healthy cattle.</a:t>
            </a:r>
          </a:p>
          <a:p>
            <a:r>
              <a:t>Ensuring Quality: Filtered for medical accuracy and diverse lighting conditions.</a:t>
            </a:r>
          </a:p>
          <a:p>
            <a:r>
              <a:t>Training vs. Testing: Split data (80% for training the AI, 20% for testing its accuracy).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Technology: YOLOv8 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 YOLO (You Only Look Once) is an advanced vision AI.</a:t>
            </a:r>
          </a:p>
          <a:p>
            <a:r>
              <a:t>Why YOLOv8? It is extremely fast and highly accurate for image classification.</a:t>
            </a:r>
          </a:p>
          <a:p>
            <a:r>
              <a:t>The Process: The AI learned to recognize the specific skin nodules of LSD and the lesions of FMD.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Results: High Accuracy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Accuracy: &gt; 95%</a:t>
            </a:r>
          </a:p>
          <a:p>
            <a:r>
              <a:t>Achieved Accuracy: ~ 95% on our strict research-grade dataset.</a:t>
            </a:r>
          </a:p>
          <a:p>
            <a:r>
              <a:t>Minimal Errors: The model rarely confuses a diseased cow with a healthy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Streamlit for a clean, user-friendly interface.</a:t>
            </a:r>
          </a:p>
          <a:p>
            <a:pPr/>
            <a:r>
              <a:t>Features:</a:t>
            </a:r>
          </a:p>
          <a:p>
            <a:pPr lvl="1"/>
            <a:r>
              <a:t>Dedicated portals for LSD and FMD.</a:t>
            </a:r>
          </a:p>
          <a:p>
            <a:pPr lvl="1"/>
            <a:r>
              <a:t>Instant image upload and prediction.</a:t>
            </a:r>
          </a:p>
          <a:p>
            <a:pPr lvl="1"/>
            <a:r>
              <a:t>Easy-to-read confidence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Next? (Future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App: Creating a dedicated offline mobile app for remote villages.</a:t>
            </a:r>
          </a:p>
          <a:p>
            <a:r>
              <a:t>More Diseases: Expanding the AI to detect other issues like Mastitis.</a:t>
            </a:r>
          </a:p>
          <a:p>
            <a:r>
              <a:t>Precision Targeting: Using object detection to highlight the exact location of lesions on the screen.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detection saves livestock and livelihoods.</a:t>
            </a:r>
          </a:p>
          <a:p>
            <a:r>
              <a:t>AI is a powerful tool to support, not replace, veterinary professionals.</a:t>
            </a:r>
          </a:p>
          <a:p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